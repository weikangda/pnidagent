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ow_to_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AFW_(DAVIS-BESSE) AFW system 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RHR_(Surry) FS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AFW (Seabrook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AFW_(San Onofre) AFW Design Review and 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CSS (APR140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