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937"/>
                </a:solidFill>
              </a:defRPr>
            </a:pPr>
            <a:r>
              <a:t>P&amp;ID Digitization Pipeline</a:t>
            </a:r>
          </a:p>
          <a:p>
            <a:pPr>
              <a:defRPr sz="2200">
                <a:solidFill>
                  <a:srgbClr val="0F628F"/>
                </a:solidFill>
              </a:defRPr>
            </a:pPr>
            <a:r>
              <a:t>Weekly update: accuracy of all four stages + end-to-end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2026-09-21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Headline: before vs after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Same 16 held-out synthetic sheets for every stage; real4 = 4 real drawings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00400"/>
                <a:gridCol w="365760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F2937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F2937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F2937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Symbols, synthetic (mAP50-95)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no usable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0.972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Symbols, real4 (macro-F1)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private model 0.888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0.888 verified; ours 0.53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OCR (exact match / read rate)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0.753 / 0.669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0.838 / 0.809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Lines (F1)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0.811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0.933 classical, 0.983 learned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Connectivity, perfect inputs (edge F1)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Connectivity, predicted inputs (edge F1)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0.783 classical, 0.987 learned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End-to-end on a real drawing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 links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122 links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Data and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Dataset-P&amp;ID: 500 synthetic sheets, 32 symbol classes. Fixed split 450 / 50.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Annotation download is Drive-throttled: 227 of 500 sheets complete so far.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Mask PNGs stand in for symbol boxes (IoU 0.97), so symbol training used all 450.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real4: 4 real nuclear P&amp;IDs, 274 human symbol boxes, no line / text / edge GT.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Torch and PaddleOCR must live in separate envs.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Symbol detection: converter rewritten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Was: 32 classes collapsed to one, whole sheets at 640 px (a symbol became ~5 px).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Now: 1280 px tiles at native resolution, 32 classes, cross-tile NMS, border clips dropped.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yolo11m, 60 epochs on 4 GPUs.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4206240"/>
          <a:ext cx="110642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468880"/>
              </a:tblGrid>
              <a:tr h="4114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F2937"/>
                          </a:solidFill>
                        </a:defRPr>
                      </a:pPr>
                      <a:r>
                        <a:t>Eval set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F2937"/>
                          </a:solidFill>
                        </a:defRPr>
                      </a:pPr>
                      <a:r>
                        <a:t>mAP50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F2937"/>
                          </a:solidFill>
                        </a:defRPr>
                      </a:pPr>
                      <a:r>
                        <a:t>mAP50-95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F2937"/>
                          </a:solidFill>
                        </a:defRPr>
                      </a:pPr>
                      <a:r>
                        <a:t>P / R @0.25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16 held-out sheets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0.972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1.00 / 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628F"/>
                </a:solidFill>
              </a:defRPr>
            </a:pPr>
            <a:r>
              <a:t>Solved on synthetic data. Real drawings are a different story (next slide).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Symbols on real4: protocol matters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macro-F1, release protocol (whole image 1280, conf 0.10, keep &gt;= 0.65)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4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474720"/>
                <a:gridCol w="3474720"/>
              </a:tblGrid>
              <a:tr h="41148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Whole image 1280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Native-res tiles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Private soup5 (release)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0.888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0.393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Synthetic-trained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0.534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0233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628F"/>
                </a:solidFill>
              </a:defRPr>
            </a:pPr>
            <a:r>
              <a:t>Release number reproduces. Each model collapses under the other's inference protocol; the product entry point now uses the release protocol by default. Synthetic-only training does not transfer.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OCR: the shipped defaults were destroying tags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16 sheets; exact match on horizontal / vertical tags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1554480"/>
                <a:gridCol w="1554480"/>
                <a:gridCol w="1554480"/>
                <a:gridCol w="1554480"/>
              </a:tblGrid>
              <a:tr h="4114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F2937"/>
                          </a:solidFill>
                        </a:defRPr>
                      </a:pPr>
                      <a:r>
                        <a:t>Variant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F2937"/>
                          </a:solidFill>
                        </a:defRPr>
                      </a:pPr>
                      <a:r>
                        <a:t>det 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F2937"/>
                          </a:solidFill>
                        </a:defRPr>
                      </a:pPr>
                      <a:r>
                        <a:t>exact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F2937"/>
                          </a:solidFill>
                        </a:defRPr>
                      </a:pPr>
                      <a:r>
                        <a:t>read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F2937"/>
                          </a:solidFill>
                        </a:defRPr>
                      </a:pPr>
                      <a:r>
                        <a:t>tag_v exact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As shipped (CLAHE, scales 1.0 + 1.35)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0.669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0.620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Single scale, no CLAHE, 90-deg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0.825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0.764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0.719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0.458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+ drop tile-border boxes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0.889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0.809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0.783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0.514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+ tag-grammar corrector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0.889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0.838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0.809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0.984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720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628F"/>
                </a:solidFill>
              </a:defRPr>
            </a:pPr>
            <a:r>
              <a:t>The 1.35x scale read tags without their inch mark at higher confidence. Vertical tags were not near zero as assumed (0.62 as shipped).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Line detection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16 sheets, all GT lines, 8 px tolerance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011680"/>
                <a:gridCol w="2011680"/>
                <a:gridCol w="2011680"/>
              </a:tblGrid>
              <a:tr h="41148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P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As shipped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Classical, new defaults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Learned U-Net (new)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New defaults: resolution cap 4096, notes crop detected instead of hardcoded, solidity filter off.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U-Net: 25 min of training on 45 sheets; recall 0.75 -&gt; 0.99. Not yet the default.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Lines on a real drawing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green = GT symbols, red = classical, blue = learned, yellow = OCR</a:t>
            </a:r>
          </a:p>
        </p:txBody>
      </p:sp>
      <p:pic>
        <p:nvPicPr>
          <p:cNvPr id="3" name="Picture 2" descr="AFW_NorthANA_over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152833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Learned lines trace nearly every pipe, continuous through symbols.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Classical lines strike through some text.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The old fixed crop would have cut 11-24% of the pipes on each drawing.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Connectivity: the assembler was the bottleneck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GT symbols + GT lines, 16 sheets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4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Assembler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edge 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degree exact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As shipped (endpoint chains)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New junction-aware topology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65760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Chains cannot represent branches; 189 of 205 pipe runs touch a junction.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The chain-reversal branch never executes, so symbol order was scrambled.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New assembler: junctions from shared endpoints, T and X crossings; junctions are output nodes.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Where the remaining error lives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Ablation ladder, 16 sheets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3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749039"/>
              </a:tblGrid>
              <a:tr h="41148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Symbols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Lines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edge 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YOLO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YOLO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classical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0.783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YOLO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learned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0.987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720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628F"/>
                </a:solidFill>
              </a:defRPr>
            </a:pPr>
            <a:r>
              <a:t>Symbols cost nothing. The line stage carries the whole gap, and the learned extractor closes most of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End-to-end on real4 with the private model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Edge agreement between graphs from predicted vs GT symbols (same learned lines)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58521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F2937"/>
                          </a:solidFill>
                        </a:defRPr>
                      </a:pPr>
                      <a:r>
                        <a:t>Drawing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F2937"/>
                          </a:solidFill>
                        </a:defRPr>
                      </a:pPr>
                      <a:r>
                        <a:t>Symbols found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F2937"/>
                          </a:solidFill>
                        </a:defRPr>
                      </a:pPr>
                      <a:r>
                        <a:t>Edge agreement 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AFW_NorthANA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76 / 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0.848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AFW_Surry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72 / 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0.941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APR1400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68 / 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0.694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CVCS_Surry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34 / 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0.769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AFW_Surry_e2e_over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45920"/>
            <a:ext cx="4963196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628F"/>
                </a:solidFill>
              </a:defRPr>
            </a:pPr>
            <a:r>
              <a:t>Symbol misses drive the gap (APR1400). Real connectivity accuracy still needs edge ground truth.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Product entry point: three fixes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OCR stage launched with a bare `python`: fails with two envs. Now `--ocr_python`.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Graph stage needed a file only the interactive tool writes, so non-interactive runs produced 0 links. Now uses detector boxes.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YOLO call aligned to the release protocol; dead default weights path replaced.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Verified end to end on a real drawing: 72 symbols, 128 junctions, 122 links.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Hypotheses tested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06640"/>
                <a:gridCol w="365760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F2937"/>
                          </a:solidFill>
                        </a:defRPr>
                      </a:pPr>
                      <a:r>
                        <a:t>Hypothesis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F2937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max_transitions=6 is the whole line-recall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Confirmed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Fixing Canny / centreline sampling recovers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Refuted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Hardcoded notes crop is a hazard on real drawings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Confirmed (cuts 11-24%)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Vertical tags near zero without rotation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Refuted (0.62)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Chain-reversal branch never executes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Confirmed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Symbol detection is a major connectivity error source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Refuted on synthetic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Finish the annotation download, then the 500-sheet baseline.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Retrain the line U-Net on all complete sheets (45 -&gt; 207) and make it the default.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Get line / text / edge ground truth for real drawings.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Reproduce the private symbol model: blocked on the private asset bundle.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Licensing of Dataset-P&amp;ID still unresolved; nothing derived from it ships.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