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2937"/>
                </a:solidFill>
              </a:defRPr>
            </a:pPr>
            <a:r>
              <a:t>P&amp;ID Digitization Pipeline: Accuracy Work, Weekly Update</a:t>
            </a:r>
          </a:p>
          <a:p>
            <a:pPr>
              <a:defRPr sz="2000">
                <a:solidFill>
                  <a:srgbClr val="0F628F"/>
                </a:solidFill>
              </a:defRPr>
            </a:pPr>
            <a:r>
              <a:t>Symbols, OCR, lines, connectivity, and end-to-end on real drawings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Session of 2026-09-21, 8x H100 box  |  PnIDAgent @ v31-synth-repro  |  Dataset-P&amp;ID (synthetic) + real4 (4 real nuclear P&amp;IDs)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Headline: before vs after, every stage on the same held-out sheets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16 Dataset-P&amp;ID validation sheets no model saw; real4 = 4 real drawings with symbol GT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03120"/>
                <a:gridCol w="2377440"/>
                <a:gridCol w="2103120"/>
                <a:gridCol w="246888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As shipped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Now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Note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Symbols (synthetic)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32-way mAP50 / mAP50-95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no usable model (1 class, 640 px)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1.000 / 0.972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P = R = 1.000 @ conf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Symbols (real4)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macro-F1, release protocol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private model 0.888 (verified)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0.888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synthetic-trained model 0.53; does not transfer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OCR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det F1 / exact / read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0.753 / 0.753 / 0.669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0.889 / 0.838 / 0.809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vertical tags 0.620 -&gt; 0.984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Lines (classical)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all-GT count F1 @ 8 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0.811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0.933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two constants + auto notes crop + filter 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Lines (learned U-Net)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all-GT count F1 @ 8 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0.983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recall 0.992; new this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Connectivity, GT inputs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edge F1 vs derive_graph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assembler was the bottleneck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Connectivity, YOLO + lines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edge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0.783 classical / 0.987 learned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symbols now cost nothing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End-to-end on real drawing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process_single_pnid.py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 links (stage skipped)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122 links, 128 junctions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3 entry-point bugs fixed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All synthetic numbers on results/valc16_ids.txt. Nothing on this slide has connectivity or OCR ground truth on real drawings yet.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Data and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• Dataset-P&amp;ID: 500 synthetic sheets, 7168x4561, 32 symbol classes. Images and masks arrive as two archives; the 3500 annotation files come one Drive request each and Drive hard-throttles.</a:t>
            </a:r>
          </a:p>
          <a:p>
            <a:pPr lvl="1"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– Fetch state at report time: 1647/3500 files, 227 complete sheets (207 train / 20 val). Fetcher now cools down instead of hammering; its --report used lowercase file names that only matched on macOS.</a:t>
            </a:r>
          </a:p>
          <a:p>
            <a:pPr lvl="1"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– mask PNGs reproduce symbols.npy boxes (IoU 0.972, class agreement 100%), so symbol training used all 450 train sheets without waiting.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• Fixed split: 450 train / 50 val (seed 42). Every trained model uses it; every number is reported on val-complete sheets.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• Two conda envs are mandatory: torch/ultralytics/OpenCV vs PaddleOCR 2.7.3 + paddlepaddle-gpu (paddle pins opencv 4.6 and downgrades NCCL/cuDNN under torch). Torch needs the system cuDNN removed from LD_LIBRARY_PATH.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• 500-sheet baseline re-confirmation still open (fetch). On 83 sheets: as shipped 0.814 -&gt; new default 0.929 line F1, matching the laptop's 0.819 -&gt; 0.924.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Symbol detection: converter rewritten, sheet-level evaluator added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finetune_yolo_symbols.py; tools/eval_symbols.py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• Three defects confirmed: 32 classes collapsed to one (class column never read); whole 7168 px sheets trained at imgsz 640 (a 69 px symbol became ~5 px); wrong annotation layout.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• Rewrite: 1280 px tiles with 256 px overlap at native resolution, boxes clipped at tile borders (kept if &gt;= 50% visible), 32 real classes, persisted split, mask fallback, tiled inference with cross-tile NMS.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• Two inference bugs only visible at sheet level: class-aware NMS kept duplicate boxes of another class; tile-border clips (IoU ~0.5 with the full box) survived NMS. Dropping border-touching boxes: precision 0.877 -&gt; 1.000.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• yolo11m, imgsz 1280, batch 64 on 4 H100s, 60 epochs (~2 min each). Flips and hue off: symbols are never mirrored on a drawing.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297680"/>
          <a:ext cx="1124712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97280"/>
                <a:gridCol w="2194560"/>
                <a:gridCol w="2194560"/>
                <a:gridCol w="1463040"/>
                <a:gridCol w="173736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Eval set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GT boxes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agnostic mAP50 / mAP50-95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32-way mAP50 / mAP50-95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P / R @0.25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weakest class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16 val sheets, symbols.npy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1994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1.000 / 0.970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1.000 / 0.972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1.000 / 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c21 AP50-95 0.894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50 val sheets (36 via mask GT)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5998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0.990 / 0.977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0.999 / 0.986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1.000 / 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c27 AP50 0.979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32-way classification is essentially solved on this data. That says more about the synthetic set than the model (see real4).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Symbols on real4: private model verified, protocol matters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nuclear_pid_real4_dataset: 4 drawings, 274 human boxes, single class. Release yolo-model-v1 weights.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926080"/>
                <a:gridCol w="1188720"/>
                <a:gridCol w="1188720"/>
                <a:gridCol w="1188720"/>
                <a:gridCol w="1188720"/>
                <a:gridCol w="118872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Inference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NorthANA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Surry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APR1400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CVCS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private soup5 (release)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whole image 1280, conf .10, keep &gt;= 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private soup5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native-res 1280 tiles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0.564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0.455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0.393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synthetic yolo11m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whole image 1280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synthetic yolo11m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native-res 1280 tiles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0.656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0.259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0.534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91840"/>
            <a:ext cx="11247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• The release number (0.888) reproduces exactly with synth_symbol_v31/evaluate_real4.py.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• The two models need opposite protocols and each collapses under the other's: the private model saw whole pages downscaled to 1280 (real symbols ~15-27 px), ours saw native-resolution tiles.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• Consequence: detect(tile=0) added; process_single_pnid.py now calls the release protocol by default and points at the release weights (the old default was a dead /scratch path).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• Synthetic-only training does not transfer to real drawings (0.53 vs 0.89). Reproducing the private training chain is blocked on the ~1 GB private asset bundle (symbol bank, backgrounds, 65 real pages, 3 base checkpoints).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OCR: the stage's own defaults were destroying tags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PaddleOCR 2.7.3 on GPU; tools/eval_ocr.py stratified (216 horizontal tags / 6 vertical / 37 prose per sheet); 16 val sheets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  <a:gridCol w="914400"/>
                <a:gridCol w="914400"/>
                <a:gridCol w="914400"/>
                <a:gridCol w="1280160"/>
                <a:gridCol w="128016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Variant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det P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det 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det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CER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read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tag_h 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tag_v 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as shipped: CLAHE, scales 1.0 + 1.35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0.690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0.620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90-deg pass, no CLAHE, scale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0.719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+ drop tile-border boxes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0.783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+ tag-grammar corrector (landed)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The 1.35x scale reads a pipe label as 6-DW-1865 (inch mark lost) at higher confidence than the correct native reading, and NMS keeps it. Dropping it halves CER.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Vertical tags were NOT near zero (hypothesis refuted): PaddleOCR rotates tall crops internally (0.62 exact as shipped). The 90-degree pass only pays once combined with the corrector (0.984).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GT text is 90% nine shapes (AA-99999, 999, AAA, 9"-AA-9999, ...). tag_grammar.py flips O/0, I/1, S/5, B/8, Z/2, G/6 per slot and re-inserts inch marks, only when the result matches a grammar. Tag CER after correction 0.019, so recognizer fine-tuning was not pursued.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Remaining loss is detection recall on horizontal tags (0.85): boxes merged with or split from neighbours.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Line detection: two constants, a detector for the notes crop, and a learned alternative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tools/eval_lines.py: many-to-many at 8 px; 16 val sheets, all GT lines (262/sheet)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914400"/>
                <a:gridCol w="914400"/>
                <a:gridCol w="914400"/>
                <a:gridCol w="1280160"/>
                <a:gridCol w="173736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Line source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buffer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segments/sheet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as shipped (max_dim 2200, max_transitions 6, keep 0.78)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classical, landed defaults (4096, rescaled min length, auto crop, filter off)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learned U-Net segmenter (new)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017520"/>
            <a:ext cx="11247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is_solid_line disabled, not replaced: at 30 transitions it rejects almost nothing and mostly true pipes (0.924 with, 0.929 without on 56 sheets); the band sampler is worse (0.890). Kept behind a flag for real drawings.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Notes crop detected from the ruled title column (rulings all start on one full-height vertical line). 56/56 sheets at 0.790 W, byte-identical output to the fixed 0.78; crops nothing when no column exists.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U-Net (base 32, 768 px native crops, 3 classes) trained 25 min on 45 complete train sheets; targets are GT lines at 3 px, so frame/tables/text/symbols are negatives. Mask -&gt; Hough -&gt; collinear merge. Not yet the stage default (torch env; no real-drawing GT).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Lines on real drawings (qualitative, no GT)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AFW_NorthANA: green = GT symbols, red = classical lines, blue = learned U-Net, yellow = OCR boxes</a:t>
            </a:r>
          </a:p>
        </p:txBody>
      </p:sp>
      <p:pic>
        <p:nvPicPr>
          <p:cNvPr id="3" name="Picture 2" descr="AFW_NorthANA_over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797862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118872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Learned segmenter traces nearly every pipe on the three black-ink drawings, continuous through symbols, almost no text strikes. It also traces the drawing frame (a negative in synthetic training).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Classical stage covers most pipes but strikes through text labels; the one visible cost of turning the solidity filter off.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Both miss part of the light-grey pipes on CVCS_Surry.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The fixed 0.78 crop would have removed 11-24% of detected pipe length on every drawing (steam generators, demineralizers). Auto detection crops nothing 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Connectivity: the assembler, not detection, was the bottleneck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tools/eval_graph.py vs dpid.derive_graph(); GT symbols + GT lines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88136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005840"/>
                <a:gridCol w="1005840"/>
                <a:gridCol w="1005840"/>
                <a:gridCol w="1005840"/>
                <a:gridCol w="1280160"/>
                <a:gridCol w="137160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Assembler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Sheets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edge P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edge 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edge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sheet 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degree-exact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digitize_pnid as shipped (endpoint chains)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16 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0.270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pnid_graph.build_topology (new default)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16 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0.938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65176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With perfect inputs the shipped assembler recovers 7.7% of pipe runs. Three measured causes (sheet 0):</a:t>
            </a:r>
          </a:p>
          <a:p>
            <a:pPr lvl="1">
              <a:spcAft>
                <a:spcPts val="600"/>
              </a:spcAft>
              <a:defRPr sz="1100">
                <a:solidFill>
                  <a:srgbClr val="1F2937"/>
                </a:solidFill>
              </a:defRPr>
            </a:pPr>
            <a:r>
              <a:t>– Branches cannot be represented: 189 of 205 runs touch a degree-3/4 junction; endpoint chaining splits every T into unlinked chains.</a:t>
            </a:r>
          </a:p>
          <a:p>
            <a:pPr lvl="1">
              <a:spcAft>
                <a:spcPts val="600"/>
              </a:spcAft>
              <a:defRPr sz="1100">
                <a:solidFill>
                  <a:srgbClr val="1F2937"/>
                </a:solidFill>
              </a:defRPr>
            </a:pPr>
            <a:r>
              <a:t>– The chain reversal never executes (both attach-to-front branches do the same insert; only the comment reverses): 80/140 joins not head-to-tail, symbol order scrambled.</a:t>
            </a:r>
          </a:p>
          <a:p>
            <a:pPr lvl="1">
              <a:spcAft>
                <a:spcPts val="600"/>
              </a:spcAft>
              <a:defRPr sz="1100">
                <a:solidFill>
                  <a:srgbClr val="1F2937"/>
                </a:solidFill>
              </a:defRPr>
            </a:pPr>
            <a:r>
              <a:t>– Perpendicular-distance association over-attaches 8/90 symbols; symbols at pipe ends were fine (that part of the hypothesis did not hold).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• New assembler: collinear merge; junctions from shared endpoints, T (endpoint on interior) and X (crossing); symbols attached when a segment enters the box or a dead-end stops within pad; degree-2 contraction. Junctions are emitted as nodes (category 'junction'). Legacy kept as --assembler chains.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Ablation ladder: where the remaining error lives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16 val sheets, 258 GT edges and 80 junctions per sheet, snap tolerance 12 px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6984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1371600"/>
                <a:gridCol w="1371600"/>
                <a:gridCol w="1371600"/>
                <a:gridCol w="1828800"/>
              </a:tblGrid>
              <a:tr h="3200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2937"/>
                          </a:solidFill>
                        </a:defRPr>
                      </a:pPr>
                      <a:r>
                        <a:t>Symbols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2937"/>
                          </a:solidFill>
                        </a:defRPr>
                      </a:pPr>
                      <a:r>
                        <a:t>Lines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2937"/>
                          </a:solidFill>
                        </a:defRPr>
                      </a:pPr>
                      <a:r>
                        <a:t>edge P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2937"/>
                          </a:solidFill>
                        </a:defRPr>
                      </a:pPr>
                      <a:r>
                        <a:t>edge R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2937"/>
                          </a:solidFill>
                        </a:defRPr>
                      </a:pPr>
                      <a:r>
                        <a:t>edge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2937"/>
                          </a:solidFill>
                        </a:defRPr>
                      </a:pPr>
                      <a:r>
                        <a:t>degree-exact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YOLO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classical (landed)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0.724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0.783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0.755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YOLO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learned U-Net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0.990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937"/>
                          </a:solidFill>
                        </a:defRPr>
                      </a:pPr>
                      <a:r>
                        <a:t>0.992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91840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• Read down: the symbol detector costs nothing on this data; the classical line stage costs 21 points of edge F1 (recall 0.724: missed and fragmented runs); the learned extractor recovers all but 1.3 of them.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• Snap tolerance 8 -&gt; 12 -&gt; 20 gave 0.709 -&gt; 0.749 -&gt; 0.751 on dev-train sheets; symbol pad 6 vs 12 changed nothing.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</a:defRPr>
            </a:pPr>
            <a:r>
              <a:t>• Whole-sheet-exact with predicted lines is 0 in every row: at least one spurious or missed run per sheet, so 'exact' is not yet a usable product number.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End-to-end on real4 with the private symbol model</a:t>
            </a:r>
          </a:p>
          <a:p>
            <a:pPr>
              <a:defRPr sz="1400">
                <a:solidFill>
                  <a:srgbClr val="6B7280"/>
                </a:solidFill>
              </a:defRPr>
            </a:pPr>
            <a:r>
              <a:t>No edge GT: graph built on GT symbol boxes is the reference; same lines in both; eval_graph matching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4300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371600"/>
                <a:gridCol w="1005840"/>
                <a:gridCol w="2011680"/>
                <a:gridCol w="2011680"/>
                <a:gridCol w="1737360"/>
                <a:gridCol w="173736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Drawing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GT / pred symbols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Lines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pred graph links / junctions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symbol degree 0/1/2/3+ (pred)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(GT symbols)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2937"/>
                          </a:solidFill>
                        </a:defRPr>
                      </a:pPr>
                      <a:r>
                        <a:t>edge agreement P / R / F1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AFW_NorthANA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78 / 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learned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158 / 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8 / 9 / 58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5 / 14 / 57 /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0.810 / 0.889 / 0.848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AFW_Surry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74 / 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learned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202 / 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17 / 16 / 39 /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20 / 11 / 42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0.941 / 0.941 / 0.941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APR1400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85 / 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learned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168 / 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2 / 9 / 52 /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6 / 18 / 55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0.659 / 0.733 / 0.694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CVCS_Surry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37 / 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learned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59 / 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15 / 14 / 5 /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17 / 15 / 5 /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0.763 / 0.776 / 0.769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AFW_NorthANA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78 / 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85 / 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49 / 21 / 4 /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50 / 21 / 6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0.835 / 0.910 / 0.871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AFW_Surry_e2e_over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0"/>
            <a:ext cx="3781483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3657600"/>
            <a:ext cx="7223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• With learned lines the degree histogram looks like a P&amp;ID (most symbols inline at degree 2); with classical lines most symbols are isolated because the runs into them are missing.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• Agreement is the cost of the symbol stage conditional on the lines (0.85-0.94 where the detector is near-complete; 0.69 on APR1400 where it misses 17/85). It is not connectivity accuracy; that needs edge GT.</a:t>
            </a:r>
          </a:p>
          <a:p>
            <a:pPr>
              <a:spcAft>
                <a:spcPts val="600"/>
              </a:spcAft>
              <a:defRPr sz="1200">
                <a:solidFill>
                  <a:srgbClr val="1F2937"/>
                </a:solidFill>
              </a:defRPr>
            </a:pPr>
            <a:r>
              <a:t>• Product-format outputs for all four drawings in results/real4/*_e2e_digitized{,_llm}.json. Right: AFW_Surry, magenta = private detections, green = GT, blue = learned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process_single_pnid.py: three defects found by running it non-interactively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The OCR/line stage was launched with a bare `python`; with PaddleOCR and torch in separate envs it fails. Now `--ocr_python &lt;paddle env python&gt;`.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The digitize stage required a classification JSON that only the interactive classifier writes, so every non-interactive run silently skipped graph assembly. This is why the stored real-drawing output had 86 nodes and 0 links. Now detector boxes are used, scaled by the factor the line stage recorded (no more magnitude guessing).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The summary referenced a metadata key that never existed (KeyError after saving). Fixed; junction count added.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YOLO call aligned to the release protocol (whole image 1280, conf 0.10, keep &gt;= 0.65, agnostic NMS); default weights = release soup5.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Verified on AFW_Surry: 72 symbols, 128 junctions, 122 links, visualization written, exit 0 (~3 min on one GPU).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Hypotheses tested this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737360"/>
                <a:gridCol w="530352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Hypothesis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E8EEF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max_transitions=6 is the whole line-recall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0.814 -&gt; 0.924 (56 sheets); min_density / max_gap never bind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Fixing the Canny two-flank / centreline sampling recovers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Refuted (again)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ink 0.675, band 0.890 all-GT F1, both below baseline; filter off is best (0.929)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notes_keep_ratio=0.78 is a live hazard on real drawings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would remove 11-24% of detected pipe length on each real4 drawing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Converter collapses classes / no tiling / wrong layout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Confirmed (all three)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read from source; rewritten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Vertical tags score near zero without rotation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Refuted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0.620 exact as shipped; PaddleOCR rotates tall crops internally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Chain-reversal branch never executes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Confirmed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80/140 chain joins not head-to-tail on sheet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Perpendicular association breaks for end-of-pipe symbols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Mostly refuted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end symbols handled by endpoint term; over-attachment on 8/90 symbols instead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Symbol detection is a major source of connectivity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Refuted (synthetic)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</a:defRPr>
                      </a:pPr>
                      <a:r>
                        <a:t>YOLO + GT lines = 1.000; lines carry the whole 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Open items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Finish the annotation fetch (1647/3500; Drive-throttled; rsync from the laptop would help), then the 500-sheet baseline and the final ladder on the full val split.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Retrain the line U-Net on all complete train sheets (45 -&gt; 207 now) and decide whether it becomes the stage default; it needs a torch env next to the paddle env.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Real-drawing ground truth for lines, text and edges: without it the three non-symbol stages stay qualitative on real4, and the solidity filter question on real drawings stays open.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Reproduce the private symbol model's training chain (synth_symbol_v31): everything is prepared (env, real4-backed config/eval stand-ins, standard-protocol evaluator) but blocked on the private asset bundle.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Learned segmenter traces drawing frames on real scans; add frame masking or real negatives.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Licensing: Dataset-P&amp;ID is CC BY-NC-ND (paper) with no dataset license; the YOLO weights and the U-Net trained here must not enter a commercial artifact until cleared.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Repo state: code changes on a new branch; eval tools shipped under eval_tools/; full write-up in weekly_update/2026-09-21_FINDINGS.md.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