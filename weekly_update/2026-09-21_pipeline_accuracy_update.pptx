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P&amp;ID Digitization Pipeline</a:t>
            </a:r>
          </a:p>
          <a:p>
            <a:pPr>
              <a:defRPr sz="2200">
                <a:solidFill>
                  <a:srgbClr val="0F628F"/>
                </a:solidFill>
              </a:defRPr>
            </a:pPr>
            <a:r>
              <a:t>Weekly update: line detection and connectivity</a:t>
            </a:r>
          </a:p>
          <a:p>
            <a:pPr>
              <a:defRPr sz="1600">
                <a:solidFill>
                  <a:srgbClr val="6B7280"/>
                </a:solidFill>
              </a:defRPr>
            </a:pPr>
            <a:r>
              <a:t>2026-09-21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Reproduced Xinqi's symbol detector on the four real drawings: macro-F1 0.888, and wired it into the pipeline entry point.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Line detection: a learned U-Net extractor lifts F1 from 0.81 to 0.98 on held-out synthetic sheets and transfers visually to real drawings.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Connectivity: a junction-aware assembler replaces endpoint chaining; edge F1 0.12 -&gt; 1.00 with perfect inputs, 0.99 with predicted inputs.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Blocker: real drawings have symbol ground truth only. Lines and connectivity cannot be scored on nuclear drawings without line / edge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Symbol detection: Xinqi's model reproduced</a:t>
            </a:r>
          </a:p>
          <a:p>
            <a:pPr>
              <a:defRPr sz="1600">
                <a:solidFill>
                  <a:srgbClr val="6B7280"/>
                </a:solidFill>
              </a:defRPr>
            </a:pPr>
            <a:r>
              <a:t>real4, release protocol: whole image 1280, conf 0.10, keep &gt;= 0.65, F1 at IoU 0.5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00400"/>
                <a:gridCol w="3291840"/>
              </a:tblGrid>
              <a:tr h="4114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</a:defRPr>
                      </a:pPr>
                      <a:r>
                        <a:t>Drawing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</a:defRPr>
                      </a:pPr>
                      <a:r>
                        <a:t>GT symbols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AFW_NorthANA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AFW_Surry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APR1400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CVCS_Surry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628F"/>
                </a:solidFill>
              </a:defRPr>
            </a:pPr>
            <a:r>
              <a:t>Matches the release. The inference protocol is part of the model: tiling the same weights drops it to 0.39, so process_single_pnid.py now uses the release protocol by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Line detection: recall was the problem</a:t>
            </a:r>
          </a:p>
          <a:p>
            <a:pPr>
              <a:defRPr sz="1600">
                <a:solidFill>
                  <a:srgbClr val="6B7280"/>
                </a:solidFill>
              </a:defRPr>
            </a:pPr>
            <a:r>
              <a:t>50 held-out synthetic sheets, all GT lines, 8 px tolerance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F2937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As shipped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Classical, tuned constants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Learned U-Net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F2937"/>
                          </a:solidFill>
                        </a:defRPr>
                      </a:pPr>
                      <a:r>
                        <a:t>0.983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•  Classical fixes: resolution cap 2200 -&gt; 4096, notes crop detected instead of hardcoded, solidity filter off.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•  Still misses 12% of pipe runs: Hough breaks at symbols, text and junctions.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The U-Net line extractor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Small U-Net over native-resolution 768 px crops; 3 classes: background / solid pipe / dashed pipe.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Targets are the annotated pipe segments drawn 3 px wide. Frame, tables, text and symbol outlines are negatives, so it learns to ignore them.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Mask -&gt; Hough -&gt; collinear merge gives segments the graph stage can use.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25 minutes on one GPU, 45 training sheets. Recall 0.75 -&gt; 0.99.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Lines on a real drawing</a:t>
            </a:r>
          </a:p>
          <a:p>
            <a:pPr>
              <a:defRPr sz="1600">
                <a:solidFill>
                  <a:srgbClr val="6B7280"/>
                </a:solidFill>
              </a:defRPr>
            </a:pPr>
            <a:r>
              <a:t>green = GT symbols, red = classical, blue = U-Net, yellow = OCR</a:t>
            </a:r>
          </a:p>
        </p:txBody>
      </p:sp>
      <p:pic>
        <p:nvPicPr>
          <p:cNvPr id="3" name="Picture 2" descr="AFW_NorthANA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152833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F2937"/>
                </a:solidFill>
              </a:defRPr>
            </a:pPr>
            <a:r>
              <a:t>•  U-Net traces nearly every pipe, continuous through symbols.</a:t>
            </a:r>
          </a:p>
          <a:p>
            <a:pPr>
              <a:spcAft>
                <a:spcPts val="1400"/>
              </a:spcAft>
              <a:defRPr sz="1700">
                <a:solidFill>
                  <a:srgbClr val="1F2937"/>
                </a:solidFill>
              </a:defRPr>
            </a:pPr>
            <a:r>
              <a:t>•  Classical strikes through some text labels.</a:t>
            </a:r>
          </a:p>
          <a:p>
            <a:pPr>
              <a:spcAft>
                <a:spcPts val="1400"/>
              </a:spcAft>
              <a:defRPr sz="1700">
                <a:solidFill>
                  <a:srgbClr val="1F2937"/>
                </a:solidFill>
              </a:defRPr>
            </a:pPr>
            <a:r>
              <a:t>•  Both miss light-grey pipes on one drawing; U-Net also traces the drawing frame.</a:t>
            </a:r>
          </a:p>
          <a:p>
            <a:pPr>
              <a:spcAft>
                <a:spcPts val="1400"/>
              </a:spcAft>
              <a:defRPr sz="1700">
                <a:solidFill>
                  <a:srgbClr val="1F2937"/>
                </a:solidFill>
              </a:defRPr>
            </a:pPr>
            <a:r>
              <a:t>•  Qualitative only: no line ground truth exists for these drawings.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Connectivity: the assembler was the bottleneck</a:t>
            </a:r>
          </a:p>
          <a:p>
            <a:pPr>
              <a:defRPr sz="1600">
                <a:solidFill>
                  <a:srgbClr val="6B7280"/>
                </a:solidFill>
              </a:defRPr>
            </a:pPr>
            <a:r>
              <a:t>GT symbols + GT lines, 50 sheets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F2937"/>
                          </a:solidFill>
                        </a:defRPr>
                      </a:pPr>
                      <a:r>
                        <a:t>Assembler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F2937"/>
                          </a:solidFill>
                        </a:defRPr>
                      </a:pPr>
                      <a:r>
                        <a:t>edge F1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F2937"/>
                          </a:solidFill>
                        </a:defRPr>
                      </a:pPr>
                      <a:r>
                        <a:t>degree exact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As shipped (endpoint chains)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0.124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0.361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New junction-aware 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•  Chains cannot represent branches; 189 of 205 pipe runs on a sheet touch a T or crossing.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•  New assembler builds junction nodes from shared endpoints, T's and crossings, attaches symbols to the runs through them, and outputs junctions as graph 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Where the remaining error lives</a:t>
            </a:r>
          </a:p>
          <a:p>
            <a:pPr>
              <a:defRPr sz="1600">
                <a:solidFill>
                  <a:srgbClr val="6B7280"/>
                </a:solidFill>
              </a:defRPr>
            </a:pPr>
            <a:r>
              <a:t>Ablation ladder, 50 sheets, edge F1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3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749039"/>
              </a:tblGrid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F2937"/>
                          </a:solidFill>
                        </a:defRPr>
                      </a:pPr>
                      <a:r>
                        <a:t>Symbols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F2937"/>
                          </a:solidFill>
                        </a:defRPr>
                      </a:pPr>
                      <a:r>
                        <a:t>Lines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F2937"/>
                          </a:solidFill>
                        </a:defRPr>
                      </a:pPr>
                      <a:r>
                        <a:t>edge F1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YOLO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YOLO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classical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YOLO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F2937"/>
                          </a:solidFill>
                        </a:defRPr>
                      </a:pPr>
                      <a:r>
                        <a:t>0.987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628F"/>
                </a:solidFill>
              </a:defRPr>
            </a:pPr>
            <a:r>
              <a:t>Symbols cost nothing. The line stage carries the whole gap, and the U-Net closes most of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End-to-end on real drawings</a:t>
            </a:r>
          </a:p>
          <a:p>
            <a:pPr>
              <a:defRPr sz="1600">
                <a:solidFill>
                  <a:srgbClr val="6B7280"/>
                </a:solidFill>
              </a:defRPr>
            </a:pPr>
            <a:r>
              <a:t>Xinqi's symbols + U-Net lines + new assembler. Reference graph = same lines with GT symbol boxes.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58521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</a:defRPr>
                      </a:pPr>
                      <a:r>
                        <a:t>Drawing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</a:defRPr>
                      </a:pPr>
                      <a:r>
                        <a:t>Symbols found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F2937"/>
                          </a:solidFill>
                        </a:defRPr>
                      </a:pPr>
                      <a:r>
                        <a:t>Edge agreement F1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AFW_NorthANA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76 / 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AFW_Surry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72 / 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0.941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APR1400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68 / 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0.694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CVCS_Surry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34 / 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F2937"/>
                          </a:solidFill>
                        </a:defRPr>
                      </a:pPr>
                      <a:r>
                        <a:t>0.769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AFW_Surry_e2e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963196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628F"/>
                </a:solidFill>
              </a:defRPr>
            </a:pPr>
            <a:r>
              <a:t>Graphs look like P&amp;IDs (most symbols inline at degree 2), but this measures agreement, not accuracy: there is no connectivity ground 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What we need: real nuclear-domain data for lines and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Today real4 has symbol boxes only. Line detection and connectivity on nuclear drawings are judged by eye.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Needed: on the 4 drawings (or more), pipe segments as line labels, and edges (which symbol / junction connects to which).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Unlocks: a real F1 for the U-Net vs classical lines, a real connectivity number instead of agreement, and the decision on the solidity filter, which helps on real scans but hurts on synthetic.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Everything else is ready: evaluators, the assembler, and the end-to-end entry point run on real drawings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Also done, briefly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OCR: dropped the 1.35x scale and CLAHE, added a 90-degree pass and a tag-grammar corrector. Exact match 0.75 -&gt; 0.84, vertical tags 0.62 -&gt; 0.98 (synthetic).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Symbol converter rewritten for the 32-class synthetic set (was single class at 640 px): mAP50-95 0.97, but it does not transfer to real drawings.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process_single_pnid.py runs non-interactively end to end; three bugs fixed, including one that silently produced 0 links.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Next: finish the annotation download (227 / 500 sheets), retrain the U-Net on all of them, and reproduce Xinqi's training chain once the asset bundle is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